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hMPPL8tsr0WDWSdCkJ/LGdS2T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consilium.europa.eu/en/infographics/disability-eu-facts-figur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" y="838200"/>
            <a:ext cx="2819401" cy="60198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F2F2F2"/>
              </a:gs>
              <a:gs pos="100000">
                <a:schemeClr val="lt1"/>
              </a:gs>
            </a:gsLst>
            <a:lin ang="16200000" scaled="0"/>
          </a:gra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819400" y="838200"/>
            <a:ext cx="3352800" cy="60198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F2F2F2"/>
              </a:gs>
              <a:gs pos="100000">
                <a:schemeClr val="lt1"/>
              </a:gs>
            </a:gsLst>
            <a:lin ang="16200000" scaled="0"/>
          </a:gra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019800" y="838200"/>
            <a:ext cx="3124200" cy="60198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F2F2F2"/>
              </a:gs>
              <a:gs pos="100000">
                <a:schemeClr val="lt1"/>
              </a:gs>
            </a:gsLst>
            <a:lin ang="16200000" scaled="0"/>
          </a:gra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503628" y="114684"/>
            <a:ext cx="3276600" cy="46166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ACCESS</a:t>
            </a:r>
            <a:endParaRPr b="1"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191000" y="271281"/>
            <a:ext cx="1530096" cy="277904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Name: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35675" y="1152725"/>
            <a:ext cx="2548200" cy="5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idea solves the problem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unreliable and missing real-time accessibility data for pedestrian pathways, which significantly restricts mobility for individuals with disabilities. This lack of data prevents them from fully participating in daily activities, work, and social life.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the </a:t>
            </a:r>
            <a:r>
              <a:rPr lang="en-GB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Eurostat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approximately 23.1% of Greek citizens have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disabilities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while over 45% face mobility difficulties.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of them struggle daily with access to essential infrastructures such as stores, public services and transportation.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issue leads to missed business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opportunities, legal compliance risks and the exclusion of a significant amount of people who struggle to access public spaces and services.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901050" y="1152725"/>
            <a:ext cx="2901600" cy="5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 affects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people with mobil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ity challenges,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including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individuals with disabilities,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elderly citizens, parents with strollers and individuals with temporary injuries. It also impacts businesses and local governments who need to comply with accessibility regulations and improve inclusivity.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care enough about the problem to want to fix it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because individuals with mobility issues need real time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to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navigate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cities with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independence and confidence. Without it, they face social isolation, economic disadvantages and daily inconveniences.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Businesses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risk losing customers and revenue, if their locations are perceived as inaccessible. They also face legal and reputational risks due to non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compliances with the law.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governments must improve mobility infrastructure, comply with regulations and minimize citizen complaints to create more accessible and inclusive cities.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172200" y="1152725"/>
            <a:ext cx="26079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Our</a:t>
            </a: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idea solves the problem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providing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innovative,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time, accurate accessibility mapping platform that allows individuals with mobility challenges to easily navigate urban areas.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gives digital guidance by offering capabilities such as indicating accessibility friendly 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nfrastructures and easily traversed pathways. The  application  generates reports for local governments in order to keep them  updated about  accessibility issues in their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area of jurisdiction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user can post about incidents (roadworks, illegally parked vehicles, etc.)  that make pathways inaccessible and thus updating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map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real time.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incident about an illegally parked vehicle can also be shared with the traffic police by uploading  a picture and a location pin.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2016-03-10T02:54:29Z</dcterms:created>
  <dc:creator>Angie</dc:creator>
</cp:coreProperties>
</file>